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D37FBC-D85D-41F8-ACC9-3EEA2D53B921}" v="322" dt="2026-09-09T18:36:51.250"/>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ja Dutta" userId="58bf29bb605ac89c" providerId="LiveId" clId="{7F9C7C26-A6C4-45F8-929A-79B35E686DD5}"/>
    <pc:docChg chg="undo redo custSel addSld delSld modSld">
      <pc:chgData name="Adrija Dutta" userId="58bf29bb605ac89c" providerId="LiveId" clId="{7F9C7C26-A6C4-45F8-929A-79B35E686DD5}" dt="2026-09-09T18:36:51.250" v="733"/>
      <pc:docMkLst>
        <pc:docMk/>
      </pc:docMkLst>
      <pc:sldChg chg="modSp mod modAnim">
        <pc:chgData name="Adrija Dutta" userId="58bf29bb605ac89c" providerId="LiveId" clId="{7F9C7C26-A6C4-45F8-929A-79B35E686DD5}" dt="2026-09-09T17:49:58.407" v="656" actId="14100"/>
        <pc:sldMkLst>
          <pc:docMk/>
          <pc:sldMk cId="1341901065" sldId="302"/>
        </pc:sldMkLst>
        <pc:spChg chg="mod">
          <ac:chgData name="Adrija Dutta" userId="58bf29bb605ac89c" providerId="LiveId" clId="{7F9C7C26-A6C4-45F8-929A-79B35E686DD5}" dt="2026-09-09T17:49:58.407" v="656" actId="14100"/>
          <ac:spMkLst>
            <pc:docMk/>
            <pc:sldMk cId="1341901065" sldId="302"/>
            <ac:spMk id="7" creationId="{B21C28F5-3CA3-4B78-B5C9-550C00BB3174}"/>
          </ac:spMkLst>
        </pc:spChg>
      </pc:sldChg>
      <pc:sldChg chg="addSp delSp modSp mod delAnim">
        <pc:chgData name="Adrija Dutta" userId="58bf29bb605ac89c" providerId="LiveId" clId="{7F9C7C26-A6C4-45F8-929A-79B35E686DD5}" dt="2026-09-09T18:27:31.296" v="715" actId="1076"/>
        <pc:sldMkLst>
          <pc:docMk/>
          <pc:sldMk cId="3401748718" sldId="304"/>
        </pc:sldMkLst>
        <pc:spChg chg="mod">
          <ac:chgData name="Adrija Dutta" userId="58bf29bb605ac89c" providerId="LiveId" clId="{7F9C7C26-A6C4-45F8-929A-79B35E686DD5}" dt="2026-09-09T18:27:31.296" v="715" actId="1076"/>
          <ac:spMkLst>
            <pc:docMk/>
            <pc:sldMk cId="3401748718" sldId="304"/>
            <ac:spMk id="3" creationId="{D88C20CF-C1EE-4092-B52D-FD4AB2AB2508}"/>
          </ac:spMkLst>
        </pc:spChg>
        <pc:spChg chg="add del mod">
          <ac:chgData name="Adrija Dutta" userId="58bf29bb605ac89c" providerId="LiveId" clId="{7F9C7C26-A6C4-45F8-929A-79B35E686DD5}" dt="2026-09-09T18:27:02.272" v="680" actId="478"/>
          <ac:spMkLst>
            <pc:docMk/>
            <pc:sldMk cId="3401748718" sldId="304"/>
            <ac:spMk id="4" creationId="{E795F472-5627-77D4-EE70-752B27B777AB}"/>
          </ac:spMkLst>
        </pc:spChg>
        <pc:spChg chg="del">
          <ac:chgData name="Adrija Dutta" userId="58bf29bb605ac89c" providerId="LiveId" clId="{7F9C7C26-A6C4-45F8-929A-79B35E686DD5}" dt="2026-09-09T18:26:52.459" v="673" actId="478"/>
          <ac:spMkLst>
            <pc:docMk/>
            <pc:sldMk cId="3401748718" sldId="304"/>
            <ac:spMk id="12" creationId="{BC277FD7-925B-4C3D-A364-118403201507}"/>
          </ac:spMkLst>
        </pc:spChg>
        <pc:spChg chg="del">
          <ac:chgData name="Adrija Dutta" userId="58bf29bb605ac89c" providerId="LiveId" clId="{7F9C7C26-A6C4-45F8-929A-79B35E686DD5}" dt="2026-09-09T18:26:53.987" v="674" actId="478"/>
          <ac:spMkLst>
            <pc:docMk/>
            <pc:sldMk cId="3401748718" sldId="304"/>
            <ac:spMk id="17" creationId="{E212CE24-374D-44D0-8F39-0F5A36E42ED7}"/>
          </ac:spMkLst>
        </pc:spChg>
        <pc:spChg chg="del">
          <ac:chgData name="Adrija Dutta" userId="58bf29bb605ac89c" providerId="LiveId" clId="{7F9C7C26-A6C4-45F8-929A-79B35E686DD5}" dt="2026-09-09T18:26:56.662" v="676" actId="478"/>
          <ac:spMkLst>
            <pc:docMk/>
            <pc:sldMk cId="3401748718" sldId="304"/>
            <ac:spMk id="20" creationId="{A09A5BC1-0E62-4E6B-A590-951A87D4B4FE}"/>
          </ac:spMkLst>
        </pc:spChg>
        <pc:spChg chg="del">
          <ac:chgData name="Adrija Dutta" userId="58bf29bb605ac89c" providerId="LiveId" clId="{7F9C7C26-A6C4-45F8-929A-79B35E686DD5}" dt="2026-09-09T18:26:59.461" v="678" actId="478"/>
          <ac:spMkLst>
            <pc:docMk/>
            <pc:sldMk cId="3401748718" sldId="304"/>
            <ac:spMk id="23" creationId="{9E6B148F-F3B6-4E6B-9B85-645C039858E8}"/>
          </ac:spMkLst>
        </pc:spChg>
        <pc:spChg chg="del">
          <ac:chgData name="Adrija Dutta" userId="58bf29bb605ac89c" providerId="LiveId" clId="{7F9C7C26-A6C4-45F8-929A-79B35E686DD5}" dt="2026-09-09T18:26:57.536" v="677" actId="478"/>
          <ac:spMkLst>
            <pc:docMk/>
            <pc:sldMk cId="3401748718" sldId="304"/>
            <ac:spMk id="30" creationId="{D3BF02F6-2753-476A-8046-A85AE3A49748}"/>
          </ac:spMkLst>
        </pc:spChg>
        <pc:spChg chg="del">
          <ac:chgData name="Adrija Dutta" userId="58bf29bb605ac89c" providerId="LiveId" clId="{7F9C7C26-A6C4-45F8-929A-79B35E686DD5}" dt="2026-09-09T18:26:54.777" v="675" actId="478"/>
          <ac:spMkLst>
            <pc:docMk/>
            <pc:sldMk cId="3401748718" sldId="304"/>
            <ac:spMk id="31" creationId="{97AB1F14-3A1E-4057-A473-9975BA59F012}"/>
          </ac:spMkLst>
        </pc:spChg>
        <pc:spChg chg="del">
          <ac:chgData name="Adrija Dutta" userId="58bf29bb605ac89c" providerId="LiveId" clId="{7F9C7C26-A6C4-45F8-929A-79B35E686DD5}" dt="2026-09-09T18:27:00.508" v="679" actId="478"/>
          <ac:spMkLst>
            <pc:docMk/>
            <pc:sldMk cId="3401748718" sldId="304"/>
            <ac:spMk id="32" creationId="{B993AB29-3A3A-4473-8AC8-86E859C97321}"/>
          </ac:spMkLst>
        </pc:spChg>
      </pc:sldChg>
      <pc:sldChg chg="addSp modSp mod modAnim">
        <pc:chgData name="Adrija Dutta" userId="58bf29bb605ac89c" providerId="LiveId" clId="{7F9C7C26-A6C4-45F8-929A-79B35E686DD5}" dt="2026-09-09T16:07:10.741" v="319" actId="20577"/>
        <pc:sldMkLst>
          <pc:docMk/>
          <pc:sldMk cId="3696770303" sldId="315"/>
        </pc:sldMkLst>
        <pc:spChg chg="add mod">
          <ac:chgData name="Adrija Dutta" userId="58bf29bb605ac89c" providerId="LiveId" clId="{7F9C7C26-A6C4-45F8-929A-79B35E686DD5}" dt="2026-09-09T16:01:48.515" v="282" actId="20577"/>
          <ac:spMkLst>
            <pc:docMk/>
            <pc:sldMk cId="3696770303" sldId="315"/>
            <ac:spMk id="2" creationId="{AAC13A17-295D-C4D9-468A-F688CA1A2ECB}"/>
          </ac:spMkLst>
        </pc:spChg>
        <pc:spChg chg="mod">
          <ac:chgData name="Adrija Dutta" userId="58bf29bb605ac89c" providerId="LiveId" clId="{7F9C7C26-A6C4-45F8-929A-79B35E686DD5}" dt="2026-09-09T15:46:57.113" v="248" actId="27636"/>
          <ac:spMkLst>
            <pc:docMk/>
            <pc:sldMk cId="3696770303" sldId="315"/>
            <ac:spMk id="3" creationId="{EBF2FBC7-3552-4F01-BB27-8BEEE74F7277}"/>
          </ac:spMkLst>
        </pc:spChg>
        <pc:spChg chg="add mod">
          <ac:chgData name="Adrija Dutta" userId="58bf29bb605ac89c" providerId="LiveId" clId="{7F9C7C26-A6C4-45F8-929A-79B35E686DD5}" dt="2026-09-09T16:07:10.741" v="319" actId="20577"/>
          <ac:spMkLst>
            <pc:docMk/>
            <pc:sldMk cId="3696770303" sldId="315"/>
            <ac:spMk id="4" creationId="{649D3E12-8B6A-30B5-8DDA-2A9346584A0E}"/>
          </ac:spMkLst>
        </pc:spChg>
      </pc:sldChg>
      <pc:sldChg chg="modSp mod modAnim">
        <pc:chgData name="Adrija Dutta" userId="58bf29bb605ac89c" providerId="LiveId" clId="{7F9C7C26-A6C4-45F8-929A-79B35E686DD5}" dt="2026-09-09T15:40:02.625" v="215" actId="1076"/>
        <pc:sldMkLst>
          <pc:docMk/>
          <pc:sldMk cId="3098548442" sldId="327"/>
        </pc:sldMkLst>
        <pc:spChg chg="mod">
          <ac:chgData name="Adrija Dutta" userId="58bf29bb605ac89c" providerId="LiveId" clId="{7F9C7C26-A6C4-45F8-929A-79B35E686DD5}" dt="2026-09-09T15:40:02.625" v="215" actId="1076"/>
          <ac:spMkLst>
            <pc:docMk/>
            <pc:sldMk cId="3098548442" sldId="327"/>
            <ac:spMk id="2" creationId="{E46E4DD1-270B-4C80-AFF0-EB26F132AF36}"/>
          </ac:spMkLst>
        </pc:spChg>
      </pc:sldChg>
      <pc:sldChg chg="addSp modSp mod modAnim">
        <pc:chgData name="Adrija Dutta" userId="58bf29bb605ac89c" providerId="LiveId" clId="{7F9C7C26-A6C4-45F8-929A-79B35E686DD5}" dt="2026-09-09T17:48:27.362" v="646"/>
        <pc:sldMkLst>
          <pc:docMk/>
          <pc:sldMk cId="48075006" sldId="329"/>
        </pc:sldMkLst>
        <pc:spChg chg="mod">
          <ac:chgData name="Adrija Dutta" userId="58bf29bb605ac89c" providerId="LiveId" clId="{7F9C7C26-A6C4-45F8-929A-79B35E686DD5}" dt="2026-09-09T17:46:01.692" v="630" actId="1035"/>
          <ac:spMkLst>
            <pc:docMk/>
            <pc:sldMk cId="48075006" sldId="329"/>
            <ac:spMk id="2" creationId="{664E3B60-2780-459A-8583-F095D5E7463A}"/>
          </ac:spMkLst>
        </pc:spChg>
        <pc:spChg chg="add mod">
          <ac:chgData name="Adrija Dutta" userId="58bf29bb605ac89c" providerId="LiveId" clId="{7F9C7C26-A6C4-45F8-929A-79B35E686DD5}" dt="2026-09-09T17:48:17.964" v="644" actId="1076"/>
          <ac:spMkLst>
            <pc:docMk/>
            <pc:sldMk cId="48075006" sldId="329"/>
            <ac:spMk id="3" creationId="{287AD398-BBC1-4FF4-0B4E-88D7B2F4BF5A}"/>
          </ac:spMkLst>
        </pc:spChg>
        <pc:spChg chg="mod">
          <ac:chgData name="Adrija Dutta" userId="58bf29bb605ac89c" providerId="LiveId" clId="{7F9C7C26-A6C4-45F8-929A-79B35E686DD5}" dt="2026-09-09T17:44:14.683" v="588" actId="1076"/>
          <ac:spMkLst>
            <pc:docMk/>
            <pc:sldMk cId="48075006" sldId="329"/>
            <ac:spMk id="4" creationId="{1A4A072B-83C6-4607-AE6A-5AD61CC72C44}"/>
          </ac:spMkLst>
        </pc:spChg>
      </pc:sldChg>
      <pc:sldChg chg="addSp modSp mod modAnim">
        <pc:chgData name="Adrija Dutta" userId="58bf29bb605ac89c" providerId="LiveId" clId="{7F9C7C26-A6C4-45F8-929A-79B35E686DD5}" dt="2026-09-09T15:41:19.711" v="243" actId="14100"/>
        <pc:sldMkLst>
          <pc:docMk/>
          <pc:sldMk cId="1604013440" sldId="338"/>
        </pc:sldMkLst>
        <pc:spChg chg="mod">
          <ac:chgData name="Adrija Dutta" userId="58bf29bb605ac89c" providerId="LiveId" clId="{7F9C7C26-A6C4-45F8-929A-79B35E686DD5}" dt="2026-09-09T15:41:10.120" v="241" actId="255"/>
          <ac:spMkLst>
            <pc:docMk/>
            <pc:sldMk cId="1604013440" sldId="338"/>
            <ac:spMk id="2" creationId="{7201737A-B873-4D1D-8A41-5ABF5184BC8F}"/>
          </ac:spMkLst>
        </pc:spChg>
        <pc:spChg chg="mod">
          <ac:chgData name="Adrija Dutta" userId="58bf29bb605ac89c" providerId="LiveId" clId="{7F9C7C26-A6C4-45F8-929A-79B35E686DD5}" dt="2026-09-09T15:41:19.711" v="243" actId="14100"/>
          <ac:spMkLst>
            <pc:docMk/>
            <pc:sldMk cId="1604013440" sldId="338"/>
            <ac:spMk id="3" creationId="{17F04107-8754-E47D-3375-529E689711FA}"/>
          </ac:spMkLst>
        </pc:spChg>
        <pc:spChg chg="mod">
          <ac:chgData name="Adrija Dutta" userId="58bf29bb605ac89c" providerId="LiveId" clId="{7F9C7C26-A6C4-45F8-929A-79B35E686DD5}" dt="2026-09-09T15:40:41.628" v="222" actId="1035"/>
          <ac:spMkLst>
            <pc:docMk/>
            <pc:sldMk cId="1604013440" sldId="338"/>
            <ac:spMk id="4" creationId="{92056599-CDAA-4367-BEF8-31D6E32518C8}"/>
          </ac:spMkLst>
        </pc:spChg>
        <pc:spChg chg="add mod">
          <ac:chgData name="Adrija Dutta" userId="58bf29bb605ac89c" providerId="LiveId" clId="{7F9C7C26-A6C4-45F8-929A-79B35E686DD5}" dt="2026-09-09T15:40:46.094" v="233" actId="1035"/>
          <ac:spMkLst>
            <pc:docMk/>
            <pc:sldMk cId="1604013440" sldId="338"/>
            <ac:spMk id="5" creationId="{C99B51AD-8065-2152-14FF-D369CF23AF27}"/>
          </ac:spMkLst>
        </pc:spChg>
      </pc:sldChg>
      <pc:sldChg chg="addSp delSp modSp mod delAnim modAnim">
        <pc:chgData name="Adrija Dutta" userId="58bf29bb605ac89c" providerId="LiveId" clId="{7F9C7C26-A6C4-45F8-929A-79B35E686DD5}" dt="2026-09-09T16:30:47.951" v="437"/>
        <pc:sldMkLst>
          <pc:docMk/>
          <pc:sldMk cId="1086225493" sldId="339"/>
        </pc:sldMkLst>
        <pc:spChg chg="add del mod">
          <ac:chgData name="Adrija Dutta" userId="58bf29bb605ac89c" providerId="LiveId" clId="{7F9C7C26-A6C4-45F8-929A-79B35E686DD5}" dt="2026-09-09T16:27:49.339" v="403" actId="478"/>
          <ac:spMkLst>
            <pc:docMk/>
            <pc:sldMk cId="1086225493" sldId="339"/>
            <ac:spMk id="9" creationId="{79BFA384-AD1C-CC39-BF96-599AE1721CDB}"/>
          </ac:spMkLst>
        </pc:spChg>
        <pc:spChg chg="del">
          <ac:chgData name="Adrija Dutta" userId="58bf29bb605ac89c" providerId="LiveId" clId="{7F9C7C26-A6C4-45F8-929A-79B35E686DD5}" dt="2026-09-09T16:27:47.613" v="402" actId="478"/>
          <ac:spMkLst>
            <pc:docMk/>
            <pc:sldMk cId="1086225493" sldId="339"/>
            <ac:spMk id="10" creationId="{B19D8AC7-3787-4ADB-9212-0808F015C2DD}"/>
          </ac:spMkLst>
        </pc:spChg>
        <pc:picChg chg="add mod modCrop">
          <ac:chgData name="Adrija Dutta" userId="58bf29bb605ac89c" providerId="LiveId" clId="{7F9C7C26-A6C4-45F8-929A-79B35E686DD5}" dt="2026-09-09T16:28:35.340" v="413" actId="1440"/>
          <ac:picMkLst>
            <pc:docMk/>
            <pc:sldMk cId="1086225493" sldId="339"/>
            <ac:picMk id="3" creationId="{FCD997AC-7CDA-2CBC-8863-0D5321AE5248}"/>
          </ac:picMkLst>
        </pc:picChg>
      </pc:sldChg>
      <pc:sldChg chg="addSp delSp modSp mod delAnim modAnim">
        <pc:chgData name="Adrija Dutta" userId="58bf29bb605ac89c" providerId="LiveId" clId="{7F9C7C26-A6C4-45F8-929A-79B35E686DD5}" dt="2026-09-09T16:30:43.713" v="436"/>
        <pc:sldMkLst>
          <pc:docMk/>
          <pc:sldMk cId="3849627828" sldId="340"/>
        </pc:sldMkLst>
        <pc:spChg chg="add del mod">
          <ac:chgData name="Adrija Dutta" userId="58bf29bb605ac89c" providerId="LiveId" clId="{7F9C7C26-A6C4-45F8-929A-79B35E686DD5}" dt="2026-09-09T16:28:52.945" v="416" actId="478"/>
          <ac:spMkLst>
            <pc:docMk/>
            <pc:sldMk cId="3849627828" sldId="340"/>
            <ac:spMk id="9" creationId="{E5EC0D03-D3F4-4CA9-C99B-684D227F65CC}"/>
          </ac:spMkLst>
        </pc:spChg>
        <pc:spChg chg="del">
          <ac:chgData name="Adrija Dutta" userId="58bf29bb605ac89c" providerId="LiveId" clId="{7F9C7C26-A6C4-45F8-929A-79B35E686DD5}" dt="2026-09-09T16:28:51.740" v="415" actId="478"/>
          <ac:spMkLst>
            <pc:docMk/>
            <pc:sldMk cId="3849627828" sldId="340"/>
            <ac:spMk id="10" creationId="{3A64DB11-806F-1A4C-E0D5-D745D29CED50}"/>
          </ac:spMkLst>
        </pc:spChg>
        <pc:picChg chg="add mod modCrop">
          <ac:chgData name="Adrija Dutta" userId="58bf29bb605ac89c" providerId="LiveId" clId="{7F9C7C26-A6C4-45F8-929A-79B35E686DD5}" dt="2026-09-09T16:29:25.249" v="425" actId="1076"/>
          <ac:picMkLst>
            <pc:docMk/>
            <pc:sldMk cId="3849627828" sldId="340"/>
            <ac:picMk id="3" creationId="{3B07B109-9661-89B4-33F0-6A854AC37E37}"/>
          </ac:picMkLst>
        </pc:picChg>
      </pc:sldChg>
      <pc:sldChg chg="addSp delSp modSp mod delAnim modAnim">
        <pc:chgData name="Adrija Dutta" userId="58bf29bb605ac89c" providerId="LiveId" clId="{7F9C7C26-A6C4-45F8-929A-79B35E686DD5}" dt="2026-09-09T17:11:40.854" v="533" actId="1076"/>
        <pc:sldMkLst>
          <pc:docMk/>
          <pc:sldMk cId="776828144" sldId="341"/>
        </pc:sldMkLst>
        <pc:spChg chg="add del mod">
          <ac:chgData name="Adrija Dutta" userId="58bf29bb605ac89c" providerId="LiveId" clId="{7F9C7C26-A6C4-45F8-929A-79B35E686DD5}" dt="2026-09-09T17:08:50.962" v="493"/>
          <ac:spMkLst>
            <pc:docMk/>
            <pc:sldMk cId="776828144" sldId="341"/>
            <ac:spMk id="2" creationId="{DDA463E5-9D31-FBA9-345B-956516F14C18}"/>
          </ac:spMkLst>
        </pc:spChg>
        <pc:spChg chg="add del mod">
          <ac:chgData name="Adrija Dutta" userId="58bf29bb605ac89c" providerId="LiveId" clId="{7F9C7C26-A6C4-45F8-929A-79B35E686DD5}" dt="2026-09-09T17:09:14.755" v="501" actId="767"/>
          <ac:spMkLst>
            <pc:docMk/>
            <pc:sldMk cId="776828144" sldId="341"/>
            <ac:spMk id="3" creationId="{62E96839-3D7A-2D5C-F5D3-2313B21DD5D2}"/>
          </ac:spMkLst>
        </pc:spChg>
        <pc:spChg chg="mod">
          <ac:chgData name="Adrija Dutta" userId="58bf29bb605ac89c" providerId="LiveId" clId="{7F9C7C26-A6C4-45F8-929A-79B35E686DD5}" dt="2026-09-09T17:11:40.854" v="533" actId="1076"/>
          <ac:spMkLst>
            <pc:docMk/>
            <pc:sldMk cId="776828144" sldId="341"/>
            <ac:spMk id="4" creationId="{9B097C2C-D75A-31D4-CD9F-366F39CDE51D}"/>
          </ac:spMkLst>
        </pc:spChg>
        <pc:spChg chg="add del mod">
          <ac:chgData name="Adrija Dutta" userId="58bf29bb605ac89c" providerId="LiveId" clId="{7F9C7C26-A6C4-45F8-929A-79B35E686DD5}" dt="2026-09-09T17:09:26.177" v="505" actId="478"/>
          <ac:spMkLst>
            <pc:docMk/>
            <pc:sldMk cId="776828144" sldId="341"/>
            <ac:spMk id="6" creationId="{2317D502-FF21-4FDD-534A-CF0495AD963E}"/>
          </ac:spMkLst>
        </pc:spChg>
        <pc:spChg chg="del">
          <ac:chgData name="Adrija Dutta" userId="58bf29bb605ac89c" providerId="LiveId" clId="{7F9C7C26-A6C4-45F8-929A-79B35E686DD5}" dt="2026-09-09T17:08:42.340" v="490" actId="478"/>
          <ac:spMkLst>
            <pc:docMk/>
            <pc:sldMk cId="776828144" sldId="341"/>
            <ac:spMk id="7" creationId="{B7444DDE-63A3-9721-77CC-C93FED110DAF}"/>
          </ac:spMkLst>
        </pc:spChg>
        <pc:spChg chg="mod">
          <ac:chgData name="Adrija Dutta" userId="58bf29bb605ac89c" providerId="LiveId" clId="{7F9C7C26-A6C4-45F8-929A-79B35E686DD5}" dt="2026-09-09T17:11:36.520" v="532" actId="14100"/>
          <ac:spMkLst>
            <pc:docMk/>
            <pc:sldMk cId="776828144" sldId="341"/>
            <ac:spMk id="8" creationId="{2C8A8B73-0C64-E012-F561-D7FE5E322230}"/>
          </ac:spMkLst>
        </pc:spChg>
        <pc:spChg chg="add del mod">
          <ac:chgData name="Adrija Dutta" userId="58bf29bb605ac89c" providerId="LiveId" clId="{7F9C7C26-A6C4-45F8-929A-79B35E686DD5}" dt="2026-09-09T17:09:34.987" v="509"/>
          <ac:spMkLst>
            <pc:docMk/>
            <pc:sldMk cId="776828144" sldId="341"/>
            <ac:spMk id="9" creationId="{B9EDACEA-9337-5D1A-327D-AF75A5F3FDD6}"/>
          </ac:spMkLst>
        </pc:spChg>
        <pc:picChg chg="add del mod">
          <ac:chgData name="Adrija Dutta" userId="58bf29bb605ac89c" providerId="LiveId" clId="{7F9C7C26-A6C4-45F8-929A-79B35E686DD5}" dt="2026-09-09T17:09:33.034" v="506" actId="1076"/>
          <ac:picMkLst>
            <pc:docMk/>
            <pc:sldMk cId="776828144" sldId="341"/>
            <ac:picMk id="5" creationId="{04506C61-5206-F1DF-9994-DED24DFB1C65}"/>
          </ac:picMkLst>
        </pc:picChg>
      </pc:sldChg>
      <pc:sldChg chg="addSp delSp modSp mod delAnim modAnim">
        <pc:chgData name="Adrija Dutta" userId="58bf29bb605ac89c" providerId="LiveId" clId="{7F9C7C26-A6C4-45F8-929A-79B35E686DD5}" dt="2026-09-09T18:36:51.250" v="733"/>
        <pc:sldMkLst>
          <pc:docMk/>
          <pc:sldMk cId="3863610428" sldId="342"/>
        </pc:sldMkLst>
        <pc:spChg chg="add mod">
          <ac:chgData name="Adrija Dutta" userId="58bf29bb605ac89c" providerId="LiveId" clId="{7F9C7C26-A6C4-45F8-929A-79B35E686DD5}" dt="2026-09-09T18:36:51.250" v="733"/>
          <ac:spMkLst>
            <pc:docMk/>
            <pc:sldMk cId="3863610428" sldId="342"/>
            <ac:spMk id="2" creationId="{B3E53BC8-DE0E-0F1E-CB4A-3D709E8FDC68}"/>
          </ac:spMkLst>
        </pc:spChg>
        <pc:spChg chg="mod">
          <ac:chgData name="Adrija Dutta" userId="58bf29bb605ac89c" providerId="LiveId" clId="{7F9C7C26-A6C4-45F8-929A-79B35E686DD5}" dt="2026-09-09T18:30:42.037" v="721" actId="20577"/>
          <ac:spMkLst>
            <pc:docMk/>
            <pc:sldMk cId="3863610428" sldId="342"/>
            <ac:spMk id="4" creationId="{901A2257-2F98-CB88-038E-C0F1D0A1A363}"/>
          </ac:spMkLst>
        </pc:spChg>
        <pc:spChg chg="del">
          <ac:chgData name="Adrija Dutta" userId="58bf29bb605ac89c" providerId="LiveId" clId="{7F9C7C26-A6C4-45F8-929A-79B35E686DD5}" dt="2026-09-09T18:31:28.159" v="732" actId="478"/>
          <ac:spMkLst>
            <pc:docMk/>
            <pc:sldMk cId="3863610428" sldId="342"/>
            <ac:spMk id="7" creationId="{AF1C8809-654A-4DD1-BB18-87B8B6C020B9}"/>
          </ac:spMkLst>
        </pc:spChg>
      </pc:sldChg>
      <pc:sldChg chg="addSp modSp mod modAnim">
        <pc:chgData name="Adrija Dutta" userId="58bf29bb605ac89c" providerId="LiveId" clId="{7F9C7C26-A6C4-45F8-929A-79B35E686DD5}" dt="2026-09-09T18:26:38.527" v="672" actId="1076"/>
        <pc:sldMkLst>
          <pc:docMk/>
          <pc:sldMk cId="3962802212" sldId="343"/>
        </pc:sldMkLst>
        <pc:spChg chg="mod">
          <ac:chgData name="Adrija Dutta" userId="58bf29bb605ac89c" providerId="LiveId" clId="{7F9C7C26-A6C4-45F8-929A-79B35E686DD5}" dt="2026-09-09T18:25:02.469" v="662" actId="1076"/>
          <ac:spMkLst>
            <pc:docMk/>
            <pc:sldMk cId="3962802212" sldId="343"/>
            <ac:spMk id="4" creationId="{42B692F6-18B4-BC16-EA0C-48FFBD5621DF}"/>
          </ac:spMkLst>
        </pc:spChg>
        <pc:picChg chg="add mod">
          <ac:chgData name="Adrija Dutta" userId="58bf29bb605ac89c" providerId="LiveId" clId="{7F9C7C26-A6C4-45F8-929A-79B35E686DD5}" dt="2026-09-09T18:26:38.527" v="672" actId="1076"/>
          <ac:picMkLst>
            <pc:docMk/>
            <pc:sldMk cId="3962802212" sldId="343"/>
            <ac:picMk id="3" creationId="{AA189497-5ECD-2E15-DC3F-56385341CCA5}"/>
          </ac:picMkLst>
        </pc:picChg>
      </pc:sldChg>
      <pc:sldChg chg="addSp delSp modSp mod delAnim modAnim">
        <pc:chgData name="Adrija Dutta" userId="58bf29bb605ac89c" providerId="LiveId" clId="{7F9C7C26-A6C4-45F8-929A-79B35E686DD5}" dt="2026-09-09T16:30:27.353" v="435"/>
        <pc:sldMkLst>
          <pc:docMk/>
          <pc:sldMk cId="1698901770" sldId="344"/>
        </pc:sldMkLst>
        <pc:spChg chg="add del mod">
          <ac:chgData name="Adrija Dutta" userId="58bf29bb605ac89c" providerId="LiveId" clId="{7F9C7C26-A6C4-45F8-929A-79B35E686DD5}" dt="2026-09-09T16:29:35.773" v="427" actId="478"/>
          <ac:spMkLst>
            <pc:docMk/>
            <pc:sldMk cId="1698901770" sldId="344"/>
            <ac:spMk id="3" creationId="{20556433-2A59-9316-649C-D99968176AD3}"/>
          </ac:spMkLst>
        </pc:spChg>
        <pc:spChg chg="del">
          <ac:chgData name="Adrija Dutta" userId="58bf29bb605ac89c" providerId="LiveId" clId="{7F9C7C26-A6C4-45F8-929A-79B35E686DD5}" dt="2026-09-09T16:29:33.101" v="426" actId="478"/>
          <ac:spMkLst>
            <pc:docMk/>
            <pc:sldMk cId="1698901770" sldId="344"/>
            <ac:spMk id="10" creationId="{B6E3B1C7-6A8B-23EE-6251-DC1067C6ADE9}"/>
          </ac:spMkLst>
        </pc:spChg>
        <pc:picChg chg="add mod">
          <ac:chgData name="Adrija Dutta" userId="58bf29bb605ac89c" providerId="LiveId" clId="{7F9C7C26-A6C4-45F8-929A-79B35E686DD5}" dt="2026-09-09T16:30:06.557" v="434" actId="1440"/>
          <ac:picMkLst>
            <pc:docMk/>
            <pc:sldMk cId="1698901770" sldId="344"/>
            <ac:picMk id="9" creationId="{C16128B9-00AB-98CB-A8F0-92D745D31BA0}"/>
          </ac:picMkLst>
        </pc:picChg>
      </pc:sldChg>
      <pc:sldChg chg="addSp delSp modSp mod delAnim modAnim">
        <pc:chgData name="Adrija Dutta" userId="58bf29bb605ac89c" providerId="LiveId" clId="{7F9C7C26-A6C4-45F8-929A-79B35E686DD5}" dt="2026-09-09T16:32:38.889" v="456" actId="1076"/>
        <pc:sldMkLst>
          <pc:docMk/>
          <pc:sldMk cId="1903979828" sldId="345"/>
        </pc:sldMkLst>
        <pc:spChg chg="add del mod">
          <ac:chgData name="Adrija Dutta" userId="58bf29bb605ac89c" providerId="LiveId" clId="{7F9C7C26-A6C4-45F8-929A-79B35E686DD5}" dt="2026-09-09T16:31:12.163" v="439" actId="478"/>
          <ac:spMkLst>
            <pc:docMk/>
            <pc:sldMk cId="1903979828" sldId="345"/>
            <ac:spMk id="3" creationId="{5C98D654-A3D4-ED6E-1047-6C5547ED0198}"/>
          </ac:spMkLst>
        </pc:spChg>
        <pc:spChg chg="del">
          <ac:chgData name="Adrija Dutta" userId="58bf29bb605ac89c" providerId="LiveId" clId="{7F9C7C26-A6C4-45F8-929A-79B35E686DD5}" dt="2026-09-09T16:31:08.423" v="438" actId="478"/>
          <ac:spMkLst>
            <pc:docMk/>
            <pc:sldMk cId="1903979828" sldId="345"/>
            <ac:spMk id="10" creationId="{2B7B89A1-9444-8322-CADC-42D31D698FA8}"/>
          </ac:spMkLst>
        </pc:spChg>
        <pc:picChg chg="add mod">
          <ac:chgData name="Adrija Dutta" userId="58bf29bb605ac89c" providerId="LiveId" clId="{7F9C7C26-A6C4-45F8-929A-79B35E686DD5}" dt="2026-09-09T16:32:38.889" v="456" actId="1076"/>
          <ac:picMkLst>
            <pc:docMk/>
            <pc:sldMk cId="1903979828" sldId="345"/>
            <ac:picMk id="9" creationId="{2843C67C-E33C-6EE4-577C-8C9AB3EA15F9}"/>
          </ac:picMkLst>
        </pc:picChg>
        <pc:picChg chg="add mod">
          <ac:chgData name="Adrija Dutta" userId="58bf29bb605ac89c" providerId="LiveId" clId="{7F9C7C26-A6C4-45F8-929A-79B35E686DD5}" dt="2026-09-09T16:32:34.326" v="454" actId="1440"/>
          <ac:picMkLst>
            <pc:docMk/>
            <pc:sldMk cId="1903979828" sldId="345"/>
            <ac:picMk id="12" creationId="{F1728332-A08B-0DF1-8F81-0E8820299532}"/>
          </ac:picMkLst>
        </pc:picChg>
      </pc:sldChg>
      <pc:sldChg chg="addSp delSp modSp mod delAnim modAnim">
        <pc:chgData name="Adrija Dutta" userId="58bf29bb605ac89c" providerId="LiveId" clId="{7F9C7C26-A6C4-45F8-929A-79B35E686DD5}" dt="2026-09-09T16:34:23.613" v="480"/>
        <pc:sldMkLst>
          <pc:docMk/>
          <pc:sldMk cId="1421522261" sldId="346"/>
        </pc:sldMkLst>
        <pc:spChg chg="mod">
          <ac:chgData name="Adrija Dutta" userId="58bf29bb605ac89c" providerId="LiveId" clId="{7F9C7C26-A6C4-45F8-929A-79B35E686DD5}" dt="2026-09-09T16:33:26.657" v="466" actId="1076"/>
          <ac:spMkLst>
            <pc:docMk/>
            <pc:sldMk cId="1421522261" sldId="346"/>
            <ac:spMk id="4" creationId="{99E35150-35BD-1B1F-9A8C-890DBFDF3B54}"/>
          </ac:spMkLst>
        </pc:spChg>
        <pc:spChg chg="del mod">
          <ac:chgData name="Adrija Dutta" userId="58bf29bb605ac89c" providerId="LiveId" clId="{7F9C7C26-A6C4-45F8-929A-79B35E686DD5}" dt="2026-09-09T16:33:11.425" v="462" actId="478"/>
          <ac:spMkLst>
            <pc:docMk/>
            <pc:sldMk cId="1421522261" sldId="346"/>
            <ac:spMk id="10" creationId="{F85C769B-425A-FE3B-E47A-3B747985DC52}"/>
          </ac:spMkLst>
        </pc:spChg>
        <pc:spChg chg="add del mod">
          <ac:chgData name="Adrija Dutta" userId="58bf29bb605ac89c" providerId="LiveId" clId="{7F9C7C26-A6C4-45F8-929A-79B35E686DD5}" dt="2026-09-09T16:33:12.861" v="463" actId="478"/>
          <ac:spMkLst>
            <pc:docMk/>
            <pc:sldMk cId="1421522261" sldId="346"/>
            <ac:spMk id="12" creationId="{CC7CCF98-5CD3-6800-7276-33D3670D440D}"/>
          </ac:spMkLst>
        </pc:spChg>
        <pc:picChg chg="add del mod">
          <ac:chgData name="Adrija Dutta" userId="58bf29bb605ac89c" providerId="LiveId" clId="{7F9C7C26-A6C4-45F8-929A-79B35E686DD5}" dt="2026-09-09T16:33:07.532" v="460" actId="478"/>
          <ac:picMkLst>
            <pc:docMk/>
            <pc:sldMk cId="1421522261" sldId="346"/>
            <ac:picMk id="3" creationId="{AA1E71E1-6902-159A-ADDD-66564DB5A790}"/>
          </ac:picMkLst>
        </pc:picChg>
        <pc:picChg chg="add del mod">
          <ac:chgData name="Adrija Dutta" userId="58bf29bb605ac89c" providerId="LiveId" clId="{7F9C7C26-A6C4-45F8-929A-79B35E686DD5}" dt="2026-09-09T16:33:07.532" v="460" actId="478"/>
          <ac:picMkLst>
            <pc:docMk/>
            <pc:sldMk cId="1421522261" sldId="346"/>
            <ac:picMk id="9" creationId="{875107D5-C68F-DD48-99FD-3DD2339609A4}"/>
          </ac:picMkLst>
        </pc:picChg>
        <pc:picChg chg="add mod modCrop">
          <ac:chgData name="Adrija Dutta" userId="58bf29bb605ac89c" providerId="LiveId" clId="{7F9C7C26-A6C4-45F8-929A-79B35E686DD5}" dt="2026-09-09T16:33:58.984" v="474" actId="1440"/>
          <ac:picMkLst>
            <pc:docMk/>
            <pc:sldMk cId="1421522261" sldId="346"/>
            <ac:picMk id="14" creationId="{8738BB69-A0E1-8CB6-92AE-8952E22340B4}"/>
          </ac:picMkLst>
        </pc:picChg>
        <pc:picChg chg="add mod">
          <ac:chgData name="Adrija Dutta" userId="58bf29bb605ac89c" providerId="LiveId" clId="{7F9C7C26-A6C4-45F8-929A-79B35E686DD5}" dt="2026-09-09T16:34:14.771" v="477" actId="1076"/>
          <ac:picMkLst>
            <pc:docMk/>
            <pc:sldMk cId="1421522261" sldId="346"/>
            <ac:picMk id="16" creationId="{82C923D4-59BD-69E0-BFA1-11EA2B41B299}"/>
          </ac:picMkLst>
        </pc:picChg>
      </pc:sldChg>
      <pc:sldChg chg="addSp delSp modSp add del mod delAnim">
        <pc:chgData name="Adrija Dutta" userId="58bf29bb605ac89c" providerId="LiveId" clId="{7F9C7C26-A6C4-45F8-929A-79B35E686DD5}" dt="2026-09-09T16:35:09.394" v="487" actId="2696"/>
        <pc:sldMkLst>
          <pc:docMk/>
          <pc:sldMk cId="2821214850" sldId="347"/>
        </pc:sldMkLst>
        <pc:picChg chg="add del mod">
          <ac:chgData name="Adrija Dutta" userId="58bf29bb605ac89c" providerId="LiveId" clId="{7F9C7C26-A6C4-45F8-929A-79B35E686DD5}" dt="2026-09-09T16:35:04.216" v="486" actId="478"/>
          <ac:picMkLst>
            <pc:docMk/>
            <pc:sldMk cId="2821214850" sldId="347"/>
            <ac:picMk id="3" creationId="{E57BD7C6-0903-3279-FC8A-AE9EEFBF6A46}"/>
          </ac:picMkLst>
        </pc:picChg>
        <pc:picChg chg="del">
          <ac:chgData name="Adrija Dutta" userId="58bf29bb605ac89c" providerId="LiveId" clId="{7F9C7C26-A6C4-45F8-929A-79B35E686DD5}" dt="2026-09-09T16:34:41.986" v="482" actId="478"/>
          <ac:picMkLst>
            <pc:docMk/>
            <pc:sldMk cId="2821214850" sldId="347"/>
            <ac:picMk id="14" creationId="{4DF1AA7F-70CD-E8F2-8D27-D66959E9465D}"/>
          </ac:picMkLst>
        </pc:picChg>
        <pc:picChg chg="del">
          <ac:chgData name="Adrija Dutta" userId="58bf29bb605ac89c" providerId="LiveId" clId="{7F9C7C26-A6C4-45F8-929A-79B35E686DD5}" dt="2026-09-09T16:34:42.715" v="483" actId="478"/>
          <ac:picMkLst>
            <pc:docMk/>
            <pc:sldMk cId="2821214850" sldId="347"/>
            <ac:picMk id="16" creationId="{B06D68C8-6604-F6C4-5B91-D993CC6B2A3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00103" y="3583535"/>
            <a:ext cx="6867329" cy="861497"/>
          </a:xfrm>
        </p:spPr>
        <p:txBody>
          <a:bodyPr vert="horz" lIns="91440" tIns="45720" rIns="91440" bIns="45720" rtlCol="0" anchor="t">
            <a:noAutofit/>
          </a:bodyPr>
          <a:lstStyle/>
          <a:p>
            <a:r>
              <a:rPr lang="en-US" b="0" dirty="0">
                <a:solidFill>
                  <a:schemeClr val="tx1"/>
                </a:solidFill>
              </a:rPr>
              <a:t>Name: Adrija Dutta </a:t>
            </a:r>
            <a:endParaRPr lang="en-IN" b="0" dirty="0">
              <a:solidFill>
                <a:schemeClr val="tx1"/>
              </a:solidFill>
            </a:endParaRPr>
          </a:p>
          <a:p>
            <a:r>
              <a:rPr lang="en-US" b="0" dirty="0">
                <a:solidFill>
                  <a:schemeClr val="tx1"/>
                </a:solidFill>
              </a:rPr>
              <a:t>College Name: IQ City United World School Of Business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779433"/>
            <a:ext cx="2606013" cy="743448"/>
          </a:xfrm>
        </p:spPr>
        <p:txBody>
          <a:bodyPr>
            <a:normAutofit fontScale="90000"/>
          </a:bodyPr>
          <a:lstStyle/>
          <a:p>
            <a:r>
              <a:rPr lang="en-GB" sz="3200" dirty="0"/>
              <a:t>Project Title:</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00103" y="4522716"/>
            <a:ext cx="6036599" cy="400110"/>
          </a:xfrm>
          <a:prstGeom prst="rect">
            <a:avLst/>
          </a:prstGeom>
          <a:noFill/>
        </p:spPr>
        <p:txBody>
          <a:bodyPr wrap="square" rtlCol="0">
            <a:spAutoFit/>
          </a:bodyPr>
          <a:lstStyle/>
          <a:p>
            <a:r>
              <a:rPr lang="en-US" sz="2000" b="1" dirty="0"/>
              <a:t>AICTE STU ID : STU6a6623c3585da1785078723</a:t>
            </a:r>
          </a:p>
        </p:txBody>
      </p:sp>
      <p:sp>
        <p:nvSpPr>
          <p:cNvPr id="5" name="TextBox 4">
            <a:extLst>
              <a:ext uri="{FF2B5EF4-FFF2-40B4-BE49-F238E27FC236}">
                <a16:creationId xmlns:a16="http://schemas.microsoft.com/office/drawing/2014/main" id="{C99B51AD-8065-2152-14FF-D369CF23AF27}"/>
              </a:ext>
            </a:extLst>
          </p:cNvPr>
          <p:cNvSpPr txBox="1"/>
          <p:nvPr/>
        </p:nvSpPr>
        <p:spPr>
          <a:xfrm>
            <a:off x="3256177" y="2699116"/>
            <a:ext cx="5841170" cy="830997"/>
          </a:xfrm>
          <a:prstGeom prst="rect">
            <a:avLst/>
          </a:prstGeom>
          <a:noFill/>
        </p:spPr>
        <p:txBody>
          <a:bodyPr wrap="square" rtlCol="0">
            <a:spAutoFit/>
          </a:bodyPr>
          <a:lstStyle/>
          <a:p>
            <a:r>
              <a:rPr lang="en-GB" sz="2400" dirty="0"/>
              <a:t>Seasonal Agriculture performance analysis</a:t>
            </a:r>
            <a:endParaRPr lang="en-IN" sz="240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randombar(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7" dur="500"/>
                                        <p:tgtEl>
                                          <p:spTgt spid="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42" dur="500"/>
                                        <p:tgtEl>
                                          <p:spTgt spid="2">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randombar(horizont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3"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2220789"/>
            <a:ext cx="6703726" cy="3797456"/>
          </a:xfrm>
        </p:spPr>
        <p:txBody>
          <a:bodyPr vert="horz" lIns="91440" tIns="45720" rIns="91440" bIns="45720" rtlCol="0" anchor="t">
            <a:normAutofit fontScale="700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a:t>
            </a:r>
          </a:p>
          <a:p>
            <a:pPr>
              <a:lnSpc>
                <a:spcPct val="100000"/>
              </a:lnSpc>
            </a:pPr>
            <a:r>
              <a:rPr lang="en-IN" sz="2800" dirty="0"/>
              <a:t> However, raw agricultural data does not clearly explain how agricultural performance changes across seasons or what patterns can be observed in different seasonal conditions. </a:t>
            </a:r>
          </a:p>
          <a:p>
            <a:pPr>
              <a:lnSpc>
                <a:spcPct val="100000"/>
              </a:lnSpc>
            </a:pPr>
            <a:r>
              <a:rPr lang="en-IN" sz="2800" dirty="0"/>
              <a:t>The problem is to analyze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6975"/>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AAC13A17-295D-C4D9-468A-F688CA1A2ECB}"/>
              </a:ext>
            </a:extLst>
          </p:cNvPr>
          <p:cNvSpPr txBox="1"/>
          <p:nvPr/>
        </p:nvSpPr>
        <p:spPr>
          <a:xfrm>
            <a:off x="887895" y="1998451"/>
            <a:ext cx="6988629" cy="1369606"/>
          </a:xfrm>
          <a:prstGeom prst="rect">
            <a:avLst/>
          </a:prstGeom>
          <a:noFill/>
        </p:spPr>
        <p:txBody>
          <a:bodyPr wrap="square" rtlCol="0">
            <a:spAutoFit/>
          </a:bodyPr>
          <a:lstStyle/>
          <a:p>
            <a:r>
              <a:rPr lang="en-IN" dirty="0"/>
              <a:t>Seasonal variations can influence different aspects of agricultural activities and performance.</a:t>
            </a:r>
          </a:p>
          <a:p>
            <a:endParaRPr lang="en-IN" sz="1100" dirty="0"/>
          </a:p>
          <a:p>
            <a:r>
              <a:rPr lang="en-IN" dirty="0"/>
              <a:t>Understanding seasonal patterns through data analytics can help stakeholders: </a:t>
            </a:r>
          </a:p>
        </p:txBody>
      </p:sp>
      <p:sp>
        <p:nvSpPr>
          <p:cNvPr id="4" name="TextBox 3">
            <a:extLst>
              <a:ext uri="{FF2B5EF4-FFF2-40B4-BE49-F238E27FC236}">
                <a16:creationId xmlns:a16="http://schemas.microsoft.com/office/drawing/2014/main" id="{649D3E12-8B6A-30B5-8DDA-2A9346584A0E}"/>
              </a:ext>
            </a:extLst>
          </p:cNvPr>
          <p:cNvSpPr txBox="1"/>
          <p:nvPr/>
        </p:nvSpPr>
        <p:spPr>
          <a:xfrm>
            <a:off x="887895" y="3358285"/>
            <a:ext cx="7948195" cy="2949975"/>
          </a:xfrm>
          <a:prstGeom prst="rect">
            <a:avLst/>
          </a:prstGeom>
          <a:noFill/>
        </p:spPr>
        <p:txBody>
          <a:bodyPr wrap="square" rtlCol="0">
            <a:spAutoFit/>
          </a:bodyPr>
          <a:lstStyle/>
          <a:p>
            <a:pPr>
              <a:lnSpc>
                <a:spcPct val="150000"/>
              </a:lnSpc>
            </a:pPr>
            <a:r>
              <a:rPr lang="en-IN" dirty="0"/>
              <a:t> Understand variations in agricultural performance </a:t>
            </a:r>
          </a:p>
          <a:p>
            <a:pPr>
              <a:lnSpc>
                <a:spcPct val="150000"/>
              </a:lnSpc>
            </a:pPr>
            <a:r>
              <a:rPr lang="en-IN" dirty="0"/>
              <a:t> Identify important seasonal trends </a:t>
            </a:r>
          </a:p>
          <a:p>
            <a:pPr>
              <a:lnSpc>
                <a:spcPct val="150000"/>
              </a:lnSpc>
            </a:pPr>
            <a:r>
              <a:rPr lang="en-IN" dirty="0"/>
              <a:t> Compare performance across different periods </a:t>
            </a:r>
          </a:p>
          <a:p>
            <a:pPr>
              <a:lnSpc>
                <a:spcPct val="150000"/>
              </a:lnSpc>
            </a:pPr>
            <a:r>
              <a:rPr lang="en-IN" dirty="0"/>
              <a:t> Understand changing environmental conditions </a:t>
            </a:r>
          </a:p>
          <a:p>
            <a:pPr>
              <a:lnSpc>
                <a:spcPct val="150000"/>
              </a:lnSpc>
            </a:pPr>
            <a:r>
              <a:rPr lang="en-IN" dirty="0"/>
              <a:t> Examine differences in resource usage </a:t>
            </a:r>
          </a:p>
          <a:p>
            <a:pPr>
              <a:lnSpc>
                <a:spcPct val="150000"/>
              </a:lnSpc>
            </a:pPr>
            <a:r>
              <a:rPr lang="en-IN" dirty="0"/>
              <a:t> Identify areas requiring further investigation </a:t>
            </a:r>
          </a:p>
          <a:p>
            <a:pPr>
              <a:lnSpc>
                <a:spcPct val="150000"/>
              </a:lnSpc>
            </a:pPr>
            <a:r>
              <a:rPr lang="en-IN" dirty="0"/>
              <a:t> Support evidence-based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randombar(horizont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randombar(horizont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1141237" y="1082098"/>
            <a:ext cx="7904481" cy="2510186"/>
          </a:xfrm>
        </p:spPr>
        <p:txBody>
          <a:bodyPr>
            <a:normAutofit/>
          </a:bodyPr>
          <a:lstStyle/>
          <a:p>
            <a:pPr algn="just">
              <a:lnSpc>
                <a:spcPct val="100000"/>
              </a:lnSpc>
            </a:pPr>
            <a:r>
              <a:rPr lang="en-IN" sz="1800" dirty="0"/>
              <a:t>Farmers (the direct end users)</a:t>
            </a:r>
          </a:p>
          <a:p>
            <a:pPr algn="just">
              <a:lnSpc>
                <a:spcPct val="100000"/>
              </a:lnSpc>
            </a:pPr>
            <a:r>
              <a:rPr lang="en-IN" sz="1800" dirty="0"/>
              <a:t>Agricultural Extension Officers / Advisors</a:t>
            </a:r>
          </a:p>
          <a:p>
            <a:pPr algn="just">
              <a:lnSpc>
                <a:spcPct val="100000"/>
              </a:lnSpc>
            </a:pPr>
            <a:r>
              <a:rPr lang="en-IN" sz="1800" dirty="0"/>
              <a:t>Irrigation Equipment &amp; Input Companies</a:t>
            </a:r>
          </a:p>
          <a:p>
            <a:pPr algn="just"/>
            <a:r>
              <a:rPr lang="en-IN" sz="1800" dirty="0"/>
              <a:t>State Agriculture Departments / Government Policy Makers</a:t>
            </a:r>
          </a:p>
          <a:p>
            <a:pPr algn="just">
              <a:lnSpc>
                <a:spcPct val="100000"/>
              </a:lnSpc>
            </a:pPr>
            <a:r>
              <a:rPr lang="en-IN" sz="1800" dirty="0"/>
              <a:t>Agri-Lenders, Banks &amp; Crop Insurance Providers</a:t>
            </a:r>
          </a:p>
          <a:p>
            <a:pPr algn="just">
              <a:lnSpc>
                <a:spcPct val="100000"/>
              </a:lnSpc>
            </a:pPr>
            <a:r>
              <a:rPr lang="en-IN" sz="1800" dirty="0"/>
              <a:t>Agri-Business, Traders &amp; Procurement Companies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48000" y="354103"/>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Box 2">
            <a:extLst>
              <a:ext uri="{FF2B5EF4-FFF2-40B4-BE49-F238E27FC236}">
                <a16:creationId xmlns:a16="http://schemas.microsoft.com/office/drawing/2014/main" id="{287AD398-BBC1-4FF4-0B4E-88D7B2F4BF5A}"/>
              </a:ext>
            </a:extLst>
          </p:cNvPr>
          <p:cNvSpPr txBox="1"/>
          <p:nvPr/>
        </p:nvSpPr>
        <p:spPr>
          <a:xfrm>
            <a:off x="413235" y="3615611"/>
            <a:ext cx="9029344" cy="3231654"/>
          </a:xfrm>
          <a:prstGeom prst="rect">
            <a:avLst/>
          </a:prstGeom>
          <a:noFill/>
        </p:spPr>
        <p:txBody>
          <a:bodyPr wrap="square" rtlCol="0">
            <a:spAutoFit/>
          </a:bodyPr>
          <a:lstStyle/>
          <a:p>
            <a:r>
              <a:rPr lang="en-IN" sz="1700" dirty="0"/>
              <a:t>This analysis helps its end users by shifting seasonal agricultural decisions from guesswork to evidence: it shows that seasonal losses from falling water efficiency and flat costs rather than poor field, and that certain crops (Rice, Wheat) lose money regardless of season while others stay profitable year-round, and that some states manage the seasonal dip far better than others. </a:t>
            </a:r>
          </a:p>
          <a:p>
            <a:endParaRPr lang="en-IN" sz="1200" dirty="0"/>
          </a:p>
          <a:p>
            <a:r>
              <a:rPr lang="en-IN" sz="1700" dirty="0"/>
              <a:t>With this, farmers can time crop choices and irrigation investment more wisely, policymakers can target support where it's actually needed, lenders and insurers can price risk more accurately by season and crop, and businesses can plan supply and irrigation offerings around real seasonal patterns — overall turning a generic dataset into a practical, season-aware decision tool for anyone involved in planning, funding, or profiting from agriculture.</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0" end="0"/>
                                            </p:txEl>
                                          </p:spTgt>
                                        </p:tgtEl>
                                        <p:attrNameLst>
                                          <p:attrName>style.visibility</p:attrName>
                                        </p:attrNameLst>
                                      </p:cBhvr>
                                      <p:to>
                                        <p:strVal val="visible"/>
                                      </p:to>
                                    </p:set>
                                    <p:animEffect transition="in" filter="fade">
                                      <p:cBhvr>
                                        <p:cTn id="56" dur="1000"/>
                                        <p:tgtEl>
                                          <p:spTgt spid="3">
                                            <p:txEl>
                                              <p:pRg st="0" end="0"/>
                                            </p:txEl>
                                          </p:spTgt>
                                        </p:tgtEl>
                                      </p:cBhvr>
                                    </p:animEffect>
                                    <p:anim calcmode="lin" valueType="num">
                                      <p:cBhvr>
                                        <p:cTn id="5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2" end="2"/>
                                            </p:txEl>
                                          </p:spTgt>
                                        </p:tgtEl>
                                        <p:attrNameLst>
                                          <p:attrName>style.visibility</p:attrName>
                                        </p:attrNameLst>
                                      </p:cBhvr>
                                      <p:to>
                                        <p:strVal val="visible"/>
                                      </p:to>
                                    </p:set>
                                    <p:animEffect transition="in" filter="fade">
                                      <p:cBhvr>
                                        <p:cTn id="63" dur="1000"/>
                                        <p:tgtEl>
                                          <p:spTgt spid="3">
                                            <p:txEl>
                                              <p:pRg st="2" end="2"/>
                                            </p:txEl>
                                          </p:spTgt>
                                        </p:tgtEl>
                                      </p:cBhvr>
                                    </p:animEffect>
                                    <p:anim calcmode="lin" valueType="num">
                                      <p:cBhvr>
                                        <p:cTn id="6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44979" y="1552644"/>
            <a:ext cx="6980564" cy="3532539"/>
          </a:xfrm>
        </p:spPr>
        <p:txBody>
          <a:bodyPr>
            <a:noAutofit/>
          </a:bodyPr>
          <a:lstStyle/>
          <a:p>
            <a:pPr lvl="1">
              <a:lnSpc>
                <a:spcPct val="150000"/>
              </a:lnSpc>
            </a:pPr>
            <a:r>
              <a:rPr lang="en-US" sz="2400" dirty="0"/>
              <a:t>Python</a:t>
            </a:r>
          </a:p>
          <a:p>
            <a:pPr lvl="1">
              <a:lnSpc>
                <a:spcPct val="150000"/>
              </a:lnSpc>
            </a:pPr>
            <a:r>
              <a:rPr lang="en-US" sz="2400" dirty="0"/>
              <a:t>Pandas</a:t>
            </a:r>
          </a:p>
          <a:p>
            <a:pPr lvl="1">
              <a:lnSpc>
                <a:spcPct val="150000"/>
              </a:lnSpc>
            </a:pPr>
            <a:r>
              <a:rPr lang="en-US" sz="2400" dirty="0"/>
              <a:t>NumPy</a:t>
            </a:r>
          </a:p>
          <a:p>
            <a:pPr lvl="1">
              <a:lnSpc>
                <a:spcPct val="150000"/>
              </a:lnSpc>
            </a:pPr>
            <a:r>
              <a:rPr lang="en-US" sz="2400" dirty="0"/>
              <a:t>Matplotlib</a:t>
            </a:r>
          </a:p>
          <a:p>
            <a:pPr lvl="1">
              <a:lnSpc>
                <a:spcPct val="150000"/>
              </a:lnSpc>
            </a:pPr>
            <a:r>
              <a:rPr lang="en-US" sz="2400" dirty="0"/>
              <a:t>Seaborn</a:t>
            </a:r>
            <a:endParaRPr lang="en-IN" sz="24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CD997AC-7CDA-2CBC-8863-0D5321AE5248}"/>
              </a:ext>
            </a:extLst>
          </p:cNvPr>
          <p:cNvPicPr>
            <a:picLocks noChangeAspect="1"/>
          </p:cNvPicPr>
          <p:nvPr/>
        </p:nvPicPr>
        <p:blipFill>
          <a:blip r:embed="rId3"/>
          <a:srcRect t="1946" b="7417"/>
          <a:stretch>
            <a:fillRect/>
          </a:stretch>
        </p:blipFill>
        <p:spPr>
          <a:xfrm>
            <a:off x="568927" y="2164701"/>
            <a:ext cx="8550511" cy="341792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B07B109-9661-89B4-33F0-6A854AC37E37}"/>
              </a:ext>
            </a:extLst>
          </p:cNvPr>
          <p:cNvPicPr>
            <a:picLocks noChangeAspect="1"/>
          </p:cNvPicPr>
          <p:nvPr/>
        </p:nvPicPr>
        <p:blipFill>
          <a:blip r:embed="rId3"/>
          <a:srcRect t="2105" b="3243"/>
          <a:stretch>
            <a:fillRect/>
          </a:stretch>
        </p:blipFill>
        <p:spPr>
          <a:xfrm>
            <a:off x="491280" y="2186266"/>
            <a:ext cx="8960631" cy="295495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16128B9-00AB-98CB-A8F0-92D745D31BA0}"/>
              </a:ext>
            </a:extLst>
          </p:cNvPr>
          <p:cNvPicPr>
            <a:picLocks noChangeAspect="1"/>
          </p:cNvPicPr>
          <p:nvPr/>
        </p:nvPicPr>
        <p:blipFill>
          <a:blip r:embed="rId3"/>
          <a:stretch>
            <a:fillRect/>
          </a:stretch>
        </p:blipFill>
        <p:spPr>
          <a:xfrm>
            <a:off x="1083199" y="1617740"/>
            <a:ext cx="7305021" cy="43281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2843C67C-E33C-6EE4-577C-8C9AB3EA15F9}"/>
              </a:ext>
            </a:extLst>
          </p:cNvPr>
          <p:cNvPicPr>
            <a:picLocks noChangeAspect="1"/>
          </p:cNvPicPr>
          <p:nvPr/>
        </p:nvPicPr>
        <p:blipFill>
          <a:blip r:embed="rId3"/>
          <a:stretch>
            <a:fillRect/>
          </a:stretch>
        </p:blipFill>
        <p:spPr>
          <a:xfrm>
            <a:off x="320982" y="1738698"/>
            <a:ext cx="4985736" cy="3380604"/>
          </a:xfrm>
          <a:prstGeom prst="rect">
            <a:avLst/>
          </a:prstGeom>
          <a:ln>
            <a:noFill/>
          </a:ln>
          <a:effectLst>
            <a:outerShdw blurRad="190500" algn="tl" rotWithShape="0">
              <a:srgbClr val="000000">
                <a:alpha val="70000"/>
              </a:srgbClr>
            </a:outerShdw>
          </a:effectLst>
        </p:spPr>
      </p:pic>
      <p:pic>
        <p:nvPicPr>
          <p:cNvPr id="12" name="Picture 11">
            <a:extLst>
              <a:ext uri="{FF2B5EF4-FFF2-40B4-BE49-F238E27FC236}">
                <a16:creationId xmlns:a16="http://schemas.microsoft.com/office/drawing/2014/main" id="{F1728332-A08B-0DF1-8F81-0E8820299532}"/>
              </a:ext>
            </a:extLst>
          </p:cNvPr>
          <p:cNvPicPr>
            <a:picLocks noChangeAspect="1"/>
          </p:cNvPicPr>
          <p:nvPr/>
        </p:nvPicPr>
        <p:blipFill>
          <a:blip r:embed="rId4"/>
          <a:stretch>
            <a:fillRect/>
          </a:stretch>
        </p:blipFill>
        <p:spPr>
          <a:xfrm>
            <a:off x="5671050" y="1782690"/>
            <a:ext cx="5999535" cy="329262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249762"/>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8738BB69-A0E1-8CB6-92AE-8952E22340B4}"/>
              </a:ext>
            </a:extLst>
          </p:cNvPr>
          <p:cNvPicPr>
            <a:picLocks noChangeAspect="1"/>
          </p:cNvPicPr>
          <p:nvPr/>
        </p:nvPicPr>
        <p:blipFill>
          <a:blip r:embed="rId3"/>
          <a:srcRect b="-337"/>
          <a:stretch>
            <a:fillRect/>
          </a:stretch>
        </p:blipFill>
        <p:spPr>
          <a:xfrm>
            <a:off x="236641" y="1273800"/>
            <a:ext cx="5256383" cy="3960674"/>
          </a:xfrm>
          <a:prstGeom prst="rect">
            <a:avLst/>
          </a:prstGeom>
          <a:ln>
            <a:noFill/>
          </a:ln>
          <a:effectLst>
            <a:outerShdw blurRad="190500" algn="tl" rotWithShape="0">
              <a:srgbClr val="000000">
                <a:alpha val="70000"/>
              </a:srgbClr>
            </a:outerShdw>
          </a:effectLst>
        </p:spPr>
      </p:pic>
      <p:pic>
        <p:nvPicPr>
          <p:cNvPr id="16" name="Picture 15">
            <a:extLst>
              <a:ext uri="{FF2B5EF4-FFF2-40B4-BE49-F238E27FC236}">
                <a16:creationId xmlns:a16="http://schemas.microsoft.com/office/drawing/2014/main" id="{82C923D4-59BD-69E0-BFA1-11EA2B41B299}"/>
              </a:ext>
            </a:extLst>
          </p:cNvPr>
          <p:cNvPicPr>
            <a:picLocks noChangeAspect="1"/>
          </p:cNvPicPr>
          <p:nvPr/>
        </p:nvPicPr>
        <p:blipFill>
          <a:blip r:embed="rId4"/>
          <a:stretch>
            <a:fillRect/>
          </a:stretch>
        </p:blipFill>
        <p:spPr>
          <a:xfrm>
            <a:off x="5769710" y="1351429"/>
            <a:ext cx="5538366" cy="380541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19973" y="643440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825246" y="669169"/>
            <a:ext cx="4735798" cy="830997"/>
          </a:xfrm>
        </p:spPr>
        <p:txBody>
          <a:bodyPr>
            <a:normAutofit/>
          </a:bodyPr>
          <a:lstStyle/>
          <a:p>
            <a:r>
              <a:rPr lang="en-IN" sz="4000" dirty="0"/>
              <a:t>Future scope</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619973" y="2111754"/>
            <a:ext cx="8953235" cy="4419166"/>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1900" dirty="0"/>
              <a:t>This analysis shows that seasonal agricultural performance in this dataset is driven far more by economic dynamics (fixed costs vs. falling seasonal output/revenue) than by raw field capability, which stays statistically similar across seasons. </a:t>
            </a:r>
          </a:p>
          <a:p>
            <a:pPr algn="l"/>
            <a:r>
              <a:rPr lang="en-IN" sz="1900" dirty="0"/>
              <a:t>Kharif is the strongest season overall — higher rainfall and moisture support higher output and revenue despite the highest pest pressure, while Zaid is structurally the weakest, combining the lowest water efficiency, lowest revenue and highest share of loss-making farms, with costs that do not adjust downward. </a:t>
            </a:r>
          </a:p>
          <a:p>
            <a:pPr algn="l"/>
            <a:r>
              <a:rPr lang="en-IN" sz="1900" dirty="0"/>
              <a:t>Crop selection and irrigation method are two of the most actionable levers available to farmers and planners to offset these seasonal effects, and their impact is consistent enough across states to support region-wide, evidence-based seasonal planning.</a:t>
            </a:r>
            <a:endParaRPr lang="en-GB" sz="19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946545" y="631847"/>
            <a:ext cx="4735798" cy="830997"/>
          </a:xfrm>
        </p:spPr>
        <p:txBody>
          <a:bodyPr>
            <a:normAutofit/>
          </a:bodyPr>
          <a:lstStyle/>
          <a:p>
            <a:r>
              <a:rPr lang="en-IN" sz="4000" dirty="0"/>
              <a:t>GitHub Link: </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3E53BC8-DE0E-0F1E-CB4A-3D709E8FDC68}"/>
              </a:ext>
            </a:extLst>
          </p:cNvPr>
          <p:cNvSpPr txBox="1"/>
          <p:nvPr/>
        </p:nvSpPr>
        <p:spPr>
          <a:xfrm>
            <a:off x="802432" y="2277063"/>
            <a:ext cx="7735078" cy="830997"/>
          </a:xfrm>
          <a:prstGeom prst="rect">
            <a:avLst/>
          </a:prstGeom>
          <a:noFill/>
        </p:spPr>
        <p:txBody>
          <a:bodyPr wrap="square" rtlCol="0">
            <a:spAutoFit/>
          </a:bodyPr>
          <a:lstStyle/>
          <a:p>
            <a:r>
              <a:rPr lang="en-IN" sz="2400" dirty="0"/>
              <a:t>https://github.com/adrijadutta19-create/Seasonal-Agriculture-performance-analysis.git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193040"/>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A189497-5ECD-2E15-DC3F-56385341CCA5}"/>
              </a:ext>
            </a:extLst>
          </p:cNvPr>
          <p:cNvPicPr>
            <a:picLocks noChangeAspect="1"/>
          </p:cNvPicPr>
          <p:nvPr/>
        </p:nvPicPr>
        <p:blipFill>
          <a:blip r:embed="rId3"/>
          <a:stretch>
            <a:fillRect/>
          </a:stretch>
        </p:blipFill>
        <p:spPr>
          <a:xfrm>
            <a:off x="1188317" y="1400758"/>
            <a:ext cx="7937767" cy="507116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18508" y="2283897"/>
            <a:ext cx="11340000" cy="1954303"/>
          </a:xfrm>
          <a:prstGeom prst="rect">
            <a:avLst/>
          </a:prstGeom>
        </p:spPr>
        <p:txBody>
          <a:bodyPr anchor="ctr">
            <a:noAutofit/>
          </a:bodyPr>
          <a:lstStyle/>
          <a:p>
            <a:pPr algn="ctr"/>
            <a:r>
              <a:rPr lang="en-US" sz="11500" b="1" dirty="0">
                <a:solidFill>
                  <a:schemeClr val="tx1"/>
                </a:solidFill>
              </a:rPr>
              <a:t>Thank You</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2007</TotalTime>
  <Words>540</Words>
  <Application>Microsoft Office PowerPoint</Application>
  <PresentationFormat>Widescreen</PresentationFormat>
  <Paragraphs>50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 </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Adrija Dutta</cp:lastModifiedBy>
  <cp:revision>97</cp:revision>
  <dcterms:created xsi:type="dcterms:W3CDTF">2021-07-11T13:13:15Z</dcterms:created>
  <dcterms:modified xsi:type="dcterms:W3CDTF">2026-09-09T18:36:53Z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